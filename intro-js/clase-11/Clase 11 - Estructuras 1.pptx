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60" r:id="rId3"/>
    <p:sldId id="493" r:id="rId4"/>
    <p:sldId id="456" r:id="rId5"/>
    <p:sldId id="394" r:id="rId6"/>
    <p:sldId id="455" r:id="rId7"/>
    <p:sldId id="472" r:id="rId8"/>
    <p:sldId id="446" r:id="rId9"/>
    <p:sldId id="457" r:id="rId10"/>
    <p:sldId id="458" r:id="rId11"/>
    <p:sldId id="459" r:id="rId12"/>
    <p:sldId id="460" r:id="rId13"/>
    <p:sldId id="494" r:id="rId14"/>
    <p:sldId id="495" r:id="rId15"/>
    <p:sldId id="496" r:id="rId16"/>
    <p:sldId id="464" r:id="rId17"/>
    <p:sldId id="465" r:id="rId18"/>
    <p:sldId id="497" r:id="rId19"/>
    <p:sldId id="498" r:id="rId20"/>
    <p:sldId id="499" r:id="rId21"/>
    <p:sldId id="473" r:id="rId22"/>
    <p:sldId id="469" r:id="rId23"/>
    <p:sldId id="470" r:id="rId24"/>
    <p:sldId id="443" r:id="rId25"/>
    <p:sldId id="471" r:id="rId26"/>
    <p:sldId id="474" r:id="rId27"/>
    <p:sldId id="475" r:id="rId28"/>
    <p:sldId id="476" r:id="rId29"/>
    <p:sldId id="477" r:id="rId30"/>
    <p:sldId id="478" r:id="rId31"/>
    <p:sldId id="479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2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323B1-F190-2258-8656-682E1BDD3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03E2E8-0FF9-ECED-2083-FA5518D5E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30B74-3156-55A7-A4E2-6142B67B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EE120-AF54-0E6B-F51E-2F4E0CE1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487675-B884-B59B-6F1E-937B1CB1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17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AA833-53B7-372F-E706-1DAD14B4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AD050-C55C-7363-F974-B563FCE0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4A04A-9ED0-2F55-A1D0-8EF8A0B8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AE9D3F-C958-D0A1-097B-F0FC0603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D3A1EC-EEE3-40D5-D64C-FCDDA308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1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6C60E-0447-6B32-1453-1AC263B6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FCF42C-C1B6-AC6E-FC4C-FD575C43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DE193-8122-D031-2CD3-1CFEBEF6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0CCC1D-FD51-9D32-906C-C84AA69E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E8335C-E47A-851F-5AB7-318D9853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6BDC-3054-2246-EF09-4C687F3F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03D89-27EC-84E2-2E95-2B0381885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E06EE6-BD26-3D7F-F801-5FF5CD6AF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E3F39-4FBE-BE96-ED1E-91F60663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EBDB03-663F-449E-728A-B3EAEEDF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24B2FA-5CDF-6573-CB74-2603FEE3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6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BBF68-8AD2-AA08-822E-99B8595D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855A9-2FA1-FDC7-EE73-D07C882F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7555-13F6-90AF-A433-2C39B8D76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354458-1A8F-F72E-D80A-F3FBA6932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868355-ADD7-34AE-D9D3-F1E6EF536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36C80B-068D-B3C0-9643-910CB2DF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198CFC-4D54-C827-4B6A-C9B9AF26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8C3FD4-0B6A-EF53-9065-6BA4C0FE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9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547C0-D42F-8D91-E31B-2523B2E2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6CD80C-E619-DFBF-E138-F57854B0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CA8C63-DE27-B2FD-42F0-5CBAF4F0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1BCA1E-4CFA-6DEB-34D3-C2B5677D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6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E0A032-3254-4742-9FF3-6F927665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B9941A-B03D-9B05-E862-448D5865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2A27F2-5245-6D03-F0CF-0C63CFFB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E1500-5D8C-13FB-CCCE-C2B28601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CD67C-E41D-46F9-A15D-EE9405F0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CAD46F-3732-ACE4-488B-126791533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A9F46C-8154-DBBB-F460-1FDD2001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93DE0-B0DA-F7E6-0156-81E94801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F36778-5481-FCEE-8417-D9898851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1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97279-DF96-67CC-8C17-E08B2224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D88B16-B3F0-C0D0-7E9B-E41F7A7DC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9BD0CD-D479-9056-17EC-9847C3F6C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8F2758-7A6C-3E1E-B9C3-F0357813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B92EEA-009A-03C9-A283-88805615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65C2EE-86B7-65A8-5092-468420FB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36759-8253-4524-F82F-39F968C7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A8CE35-F78F-A03D-AE71-9D490620A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55C4D-5AFD-7EB8-BE6C-7CEF3A4F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915CC-AD9B-DEFD-22AA-03EFCB2D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A11D6B-FD81-A950-04A8-A6393C25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4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4D737E-F4A9-8390-2681-FA6C86680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BD434B-6D1D-3624-420C-B591B52EB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B2AAFA-9E6C-6E76-7954-18A9955D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ADABD7-18E3-EFE1-4C7A-843B5ED2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92108-ECA5-640B-D9DA-ECC0CF78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2EE1D-F17C-FF0A-4D00-B509EB3E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880A5C-C028-A0DE-1C02-5781C2281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7CE41-6F0E-6830-FF3A-69510B97E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C3D9A-B384-0A12-2920-4C3A86CB3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14E3C-C903-A0DA-9C1F-63E67CC3A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1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564" y="-11923"/>
            <a:ext cx="12233564" cy="686992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439204" y="2361209"/>
            <a:ext cx="73135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  <a:latin typeface="Verdana" panose="020B0604030504040204" pitchFamily="34" charset="0"/>
              </a:rPr>
              <a:t>Clase 11:</a:t>
            </a:r>
          </a:p>
          <a:p>
            <a:pPr algn="ctr"/>
            <a:r>
              <a:rPr lang="es-AR" sz="6600" b="1" dirty="0">
                <a:solidFill>
                  <a:schemeClr val="bg1"/>
                </a:solidFill>
                <a:latin typeface="Verdana" panose="020B0604030504040204" pitchFamily="34" charset="0"/>
              </a:rPr>
              <a:t>Estructuras I</a:t>
            </a:r>
            <a:endParaRPr lang="es-ES" sz="66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55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9923F-641F-F8B8-5D4E-B7BC1846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255" y="403513"/>
            <a:ext cx="10086109" cy="757093"/>
          </a:xfrm>
        </p:spPr>
        <p:txBody>
          <a:bodyPr>
            <a:normAutofit/>
          </a:bodyPr>
          <a:lstStyle/>
          <a:p>
            <a:pPr algn="ctr"/>
            <a:r>
              <a:rPr lang="es-ES" sz="3600" b="1" i="0" u="none" strike="noStrike" dirty="0">
                <a:solidFill>
                  <a:srgbClr val="B00055"/>
                </a:solidFill>
                <a:effectLst/>
                <a:latin typeface="Verdana" panose="020B0604030504040204" pitchFamily="34" charset="0"/>
              </a:rPr>
              <a:t>Índice</a:t>
            </a:r>
            <a:endParaRPr lang="en-US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E27F3F-75E8-AA6B-41DA-DFFB0459D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40" y="1662545"/>
            <a:ext cx="5260768" cy="479194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Control de flujo- </a:t>
            </a:r>
            <a:r>
              <a:rPr kumimoji="0" lang="es-A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If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 ternario: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kumimoji="0" lang="es-AR" sz="3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Saira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Control de flujo - Switch: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Concepto.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básica.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kumimoji="0" lang="es-AR" sz="3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Saira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s-AR" sz="3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Saira"/>
              <a:ea typeface="+mn-ea"/>
              <a:cs typeface="+mn-cs"/>
            </a:endParaRPr>
          </a:p>
        </p:txBody>
      </p:sp>
      <p:pic>
        <p:nvPicPr>
          <p:cNvPr id="4" name="Picture 6" descr="una niña está sentada en el suelo y pensando mientras trabaja en una  computadora portátil. ilustraciones de diseño de vectores de estilo  dibujado a mano. 2228520 Vector en Vecteezy">
            <a:extLst>
              <a:ext uri="{FF2B5EF4-FFF2-40B4-BE49-F238E27FC236}">
                <a16:creationId xmlns:a16="http://schemas.microsoft.com/office/drawing/2014/main" id="{FE4EF195-2B6F-5986-7A35-D245008A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541" y="2997950"/>
            <a:ext cx="4021776" cy="386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1AEC977-A48D-33B0-45E4-F95A4D7535EE}"/>
              </a:ext>
            </a:extLst>
          </p:cNvPr>
          <p:cNvSpPr txBox="1">
            <a:spLocks/>
          </p:cNvSpPr>
          <p:nvPr/>
        </p:nvSpPr>
        <p:spPr>
          <a:xfrm>
            <a:off x="8152541" y="1160605"/>
            <a:ext cx="3526971" cy="1909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endParaRPr lang="es-AR" sz="2400" dirty="0">
              <a:solidFill>
                <a:srgbClr val="595959"/>
              </a:solidFill>
              <a:latin typeface="Saira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28541-875B-A69A-A4A0-075483A0958B}"/>
              </a:ext>
            </a:extLst>
          </p:cNvPr>
          <p:cNvSpPr txBox="1"/>
          <p:nvPr/>
        </p:nvSpPr>
        <p:spPr>
          <a:xfrm>
            <a:off x="5860108" y="1662544"/>
            <a:ext cx="60950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Bucles</a:t>
            </a:r>
            <a:r>
              <a:rPr lang="es-AR" sz="3200" dirty="0">
                <a:solidFill>
                  <a:srgbClr val="595959"/>
                </a:solidFill>
                <a:highlight>
                  <a:srgbClr val="FFFF00"/>
                </a:highlight>
                <a:latin typeface="Saira"/>
              </a:rPr>
              <a:t> - 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Ciclo </a:t>
            </a:r>
            <a:r>
              <a:rPr kumimoji="0" lang="es-A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For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: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Concepto.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básica.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</a:p>
        </p:txBody>
      </p:sp>
    </p:spTree>
    <p:extLst>
      <p:ext uri="{BB962C8B-B14F-4D97-AF65-F5344CB8AC3E}">
        <p14:creationId xmlns:p14="http://schemas.microsoft.com/office/powerpoint/2010/main" val="211215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485902" y="1882241"/>
            <a:ext cx="72201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Control del flujo:</a:t>
            </a:r>
          </a:p>
          <a:p>
            <a:pPr algn="ctr"/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(Condicionales continuación)</a:t>
            </a:r>
          </a:p>
          <a:p>
            <a:pPr algn="ctr"/>
            <a:r>
              <a:rPr lang="es-AR" sz="54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If</a:t>
            </a:r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 ternario</a:t>
            </a:r>
          </a:p>
        </p:txBody>
      </p:sp>
    </p:spTree>
    <p:extLst>
      <p:ext uri="{BB962C8B-B14F-4D97-AF65-F5344CB8AC3E}">
        <p14:creationId xmlns:p14="http://schemas.microsoft.com/office/powerpoint/2010/main" val="233288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605149" y="316968"/>
            <a:ext cx="40400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4800" b="1" dirty="0">
                <a:solidFill>
                  <a:schemeClr val="accent2"/>
                </a:solidFill>
                <a:latin typeface="Verdana" panose="020B0604030504040204" pitchFamily="34" charset="0"/>
              </a:rPr>
              <a:t>If Ternario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60BEF7-5D09-AAA2-4B57-8E22C294D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68" y="1211283"/>
            <a:ext cx="11238214" cy="50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4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B22F419-DB5F-A1E2-C87E-1421851ED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41" y="290945"/>
            <a:ext cx="11699797" cy="63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DF148D8-6655-491D-3D40-CF6A204B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7" y="350322"/>
            <a:ext cx="11194628" cy="606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1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3011200-DD7E-D0C7-DBE4-575D06D6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5845"/>
            <a:ext cx="11146971" cy="5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03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563092" y="1389414"/>
            <a:ext cx="72201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Control del flujo:</a:t>
            </a:r>
          </a:p>
          <a:p>
            <a:pPr algn="ctr"/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(Condicionales continuación)</a:t>
            </a:r>
          </a:p>
          <a:p>
            <a:pPr algn="ctr"/>
            <a:r>
              <a:rPr lang="es-AR" sz="54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If</a:t>
            </a:r>
            <a:r>
              <a:rPr lang="es-AR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 ternario</a:t>
            </a:r>
          </a:p>
          <a:p>
            <a:pPr algn="ctr"/>
            <a:r>
              <a:rPr lang="es-ES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73357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950031" y="492779"/>
            <a:ext cx="2291938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BAE67E-990B-89C4-77BC-F3192AD0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27" y="1353741"/>
            <a:ext cx="10499204" cy="508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2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297EBD1-41EC-CD95-3E8A-E0B8A32B7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97" y="327238"/>
            <a:ext cx="11275856" cy="62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1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267047F-0606-D2FC-111E-B3E5EC3B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56" y="463137"/>
            <a:ext cx="11121487" cy="602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77987" y="133596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4C84F3-77B1-48F9-5E1A-D82E531C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2" b="6907"/>
          <a:stretch/>
        </p:blipFill>
        <p:spPr>
          <a:xfrm>
            <a:off x="690297" y="754084"/>
            <a:ext cx="11227074" cy="559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9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77987" y="207770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961FD1-E954-821A-5A02-74C85281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66" y="776076"/>
            <a:ext cx="11548300" cy="567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3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77987" y="142456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C4593B-C226-9827-E93A-0327E762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79" y="801585"/>
            <a:ext cx="11052048" cy="562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24548" y="195895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AAD0BC-E95D-00C6-1EAA-A7E3C602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18" y="843101"/>
            <a:ext cx="11020996" cy="59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06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4F9EAB6-3A98-3C1C-7759-A1F25B15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44" y="558140"/>
            <a:ext cx="11278912" cy="596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77987" y="163691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DCAF63-BE62-FA22-4EA0-FE67765D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83" y="754084"/>
            <a:ext cx="10953940" cy="604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7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12673" y="122128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DB0871-DB19-1A6C-CBB9-FFF04D99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53" y="845331"/>
            <a:ext cx="10582893" cy="589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59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12674" y="128066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3CBCA3-AE2A-FD0B-F9BB-F0B15D80A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06" y="771897"/>
            <a:ext cx="10711183" cy="58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4406736" y="134003"/>
            <a:ext cx="3236025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Switch: 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F81710-B5D4-7331-22FF-BF4B023B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09" y="700646"/>
            <a:ext cx="10923426" cy="60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5009407" y="695845"/>
            <a:ext cx="2291938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dirty="0">
                <a:solidFill>
                  <a:schemeClr val="accent2"/>
                </a:solidFill>
                <a:latin typeface="Verdana" panose="020B0604030504040204" pitchFamily="34" charset="0"/>
              </a:rPr>
              <a:t>Switch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39B5E6-EBEF-8809-8BC8-97C02D03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8" y="1629958"/>
            <a:ext cx="10327574" cy="485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31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1603169" y="1066340"/>
            <a:ext cx="94290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Veamos mas sobre el </a:t>
            </a:r>
          </a:p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If Ternario y Switch </a:t>
            </a:r>
          </a:p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en VSC!</a:t>
            </a:r>
          </a:p>
        </p:txBody>
      </p:sp>
      <p:pic>
        <p:nvPicPr>
          <p:cNvPr id="4124" name="Picture 28" descr="Mujer que trabaja en la ilustración de dibujos animados de la computadora  portátil | Vector Premium">
            <a:extLst>
              <a:ext uri="{FF2B5EF4-FFF2-40B4-BE49-F238E27FC236}">
                <a16:creationId xmlns:a16="http://schemas.microsoft.com/office/drawing/2014/main" id="{24C50E11-34A9-B0CE-786E-E0A24BE4F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6" t="16190" r="4897" b="15238"/>
          <a:stretch/>
        </p:blipFill>
        <p:spPr bwMode="auto">
          <a:xfrm>
            <a:off x="5379521" y="3651663"/>
            <a:ext cx="3746666" cy="286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Logotipo completo de Visual Studio Code PNG transparente - StickPNG">
            <a:extLst>
              <a:ext uri="{FF2B5EF4-FFF2-40B4-BE49-F238E27FC236}">
                <a16:creationId xmlns:a16="http://schemas.microsoft.com/office/drawing/2014/main" id="{F9D99922-F17C-C91A-5F1F-15083D4F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3747">
            <a:off x="2130507" y="3701330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id="{4E257728-A20B-9A42-6E76-D789467CAC36}"/>
              </a:ext>
            </a:extLst>
          </p:cNvPr>
          <p:cNvCxnSpPr>
            <a:stCxn id="4126" idx="2"/>
          </p:cNvCxnSpPr>
          <p:nvPr/>
        </p:nvCxnSpPr>
        <p:spPr>
          <a:xfrm rot="16200000" flipH="1">
            <a:off x="4340650" y="4724689"/>
            <a:ext cx="477084" cy="14172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638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414649" y="2294700"/>
            <a:ext cx="72201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  <a:latin typeface="Verdana" panose="020B0604030504040204" pitchFamily="34" charset="0"/>
              </a:rPr>
              <a:t>Bucles: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  <a:latin typeface="Verdana" panose="020B0604030504040204" pitchFamily="34" charset="0"/>
              </a:rPr>
              <a:t>Los ciclos </a:t>
            </a:r>
            <a:r>
              <a:rPr lang="es-ES" sz="60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For</a:t>
            </a:r>
            <a:endParaRPr lang="es-ES" sz="60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29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Los Ciclos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F7958D1-F413-A2B6-E693-61C6DD65ADCC}"/>
              </a:ext>
            </a:extLst>
          </p:cNvPr>
          <p:cNvSpPr txBox="1">
            <a:spLocks/>
          </p:cNvSpPr>
          <p:nvPr/>
        </p:nvSpPr>
        <p:spPr>
          <a:xfrm>
            <a:off x="3426768" y="971878"/>
            <a:ext cx="5479971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chemeClr val="accent2"/>
                </a:solidFill>
                <a:latin typeface="Verdana" panose="020B0604030504040204" pitchFamily="34" charset="0"/>
              </a:rPr>
              <a:t>¿Qué hacen los Ciclos?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D21029-34D4-055A-4EAF-97A7C1C0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49" y="1793174"/>
            <a:ext cx="9663835" cy="46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13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4FCC084-89A9-56C4-DA04-721A45C7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12" y="593768"/>
            <a:ext cx="11606984" cy="592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01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25D46C7-2B1A-AA79-09D4-EE1E1BCC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4" y="520679"/>
            <a:ext cx="11022281" cy="602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8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1D7DD44-9406-8FD2-287A-A894F936B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22" y="635330"/>
            <a:ext cx="11203756" cy="602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77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DA97D45-CB43-0AD2-2E12-2B724E33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54" y="437141"/>
            <a:ext cx="10801774" cy="59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40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F074380-DE70-6E0E-B780-4205BD1F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1" y="599704"/>
            <a:ext cx="11099237" cy="58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FA631FE-2421-905F-715F-7490F7C7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89" y="588586"/>
            <a:ext cx="10818421" cy="62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81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331523" y="1239614"/>
            <a:ext cx="75289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Veamos un Ejemplo en VSC!</a:t>
            </a:r>
          </a:p>
        </p:txBody>
      </p:sp>
      <p:pic>
        <p:nvPicPr>
          <p:cNvPr id="4126" name="Picture 30" descr="Logotipo completo de Visual Studio Code PNG transparente - StickPNG">
            <a:extLst>
              <a:ext uri="{FF2B5EF4-FFF2-40B4-BE49-F238E27FC236}">
                <a16:creationId xmlns:a16="http://schemas.microsoft.com/office/drawing/2014/main" id="{F9D99922-F17C-C91A-5F1F-15083D4F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3747">
            <a:off x="2130507" y="3701330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id="{4E257728-A20B-9A42-6E76-D789467CAC36}"/>
              </a:ext>
            </a:extLst>
          </p:cNvPr>
          <p:cNvCxnSpPr>
            <a:stCxn id="4126" idx="2"/>
          </p:cNvCxnSpPr>
          <p:nvPr/>
        </p:nvCxnSpPr>
        <p:spPr>
          <a:xfrm rot="16200000" flipH="1">
            <a:off x="4340650" y="4724689"/>
            <a:ext cx="477084" cy="14172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4338" name="Picture 2" descr="Imágenes de Mujer Computador Dibujo - Descarga gratuita en Freepik">
            <a:extLst>
              <a:ext uri="{FF2B5EF4-FFF2-40B4-BE49-F238E27FC236}">
                <a16:creationId xmlns:a16="http://schemas.microsoft.com/office/drawing/2014/main" id="{CD4382F9-24D5-422E-98B4-79D19720E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6" t="13513" r="6598" b="11705"/>
          <a:stretch/>
        </p:blipFill>
        <p:spPr bwMode="auto">
          <a:xfrm>
            <a:off x="5287833" y="3314660"/>
            <a:ext cx="3621974" cy="3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417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4297878" y="1690688"/>
            <a:ext cx="7475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  <a:latin typeface="Verdana" panose="020B0604030504040204" pitchFamily="34" charset="0"/>
              </a:rPr>
              <a:t>Momento de poner a prueba lo aprendido!</a:t>
            </a:r>
          </a:p>
        </p:txBody>
      </p:sp>
      <p:pic>
        <p:nvPicPr>
          <p:cNvPr id="1028" name="Picture 4" descr="Diseño PNG Y SVG De Chica Con Personaje De Computadora Chica Para Camisetas">
            <a:extLst>
              <a:ext uri="{FF2B5EF4-FFF2-40B4-BE49-F238E27FC236}">
                <a16:creationId xmlns:a16="http://schemas.microsoft.com/office/drawing/2014/main" id="{CD34D88C-A898-2F46-0DEA-24E567FC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20" y="182562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150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7606</TotalTime>
  <Words>133</Words>
  <Application>Microsoft Office PowerPoint</Application>
  <PresentationFormat>Panorámica</PresentationFormat>
  <Paragraphs>43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Saira</vt:lpstr>
      <vt:lpstr>Verdana</vt:lpstr>
      <vt:lpstr>Tema de Office</vt:lpstr>
      <vt:lpstr>Presentación de PowerPoint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Ojeda</dc:creator>
  <cp:lastModifiedBy>Franco Ojeda</cp:lastModifiedBy>
  <cp:revision>32</cp:revision>
  <dcterms:created xsi:type="dcterms:W3CDTF">2024-06-06T18:16:04Z</dcterms:created>
  <dcterms:modified xsi:type="dcterms:W3CDTF">2024-11-14T01:09:29Z</dcterms:modified>
</cp:coreProperties>
</file>