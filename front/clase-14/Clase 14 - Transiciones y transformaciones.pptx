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62" r:id="rId2"/>
    <p:sldId id="288" r:id="rId3"/>
    <p:sldId id="353" r:id="rId4"/>
    <p:sldId id="374" r:id="rId5"/>
    <p:sldId id="375" r:id="rId6"/>
    <p:sldId id="376" r:id="rId7"/>
    <p:sldId id="382" r:id="rId8"/>
    <p:sldId id="377" r:id="rId9"/>
    <p:sldId id="378" r:id="rId10"/>
    <p:sldId id="379" r:id="rId11"/>
    <p:sldId id="380" r:id="rId12"/>
    <p:sldId id="381" r:id="rId13"/>
    <p:sldId id="267" r:id="rId14"/>
    <p:sldId id="364" r:id="rId15"/>
    <p:sldId id="384" r:id="rId16"/>
    <p:sldId id="385" r:id="rId17"/>
    <p:sldId id="386" r:id="rId18"/>
    <p:sldId id="387" r:id="rId19"/>
    <p:sldId id="389" r:id="rId20"/>
    <p:sldId id="388" r:id="rId21"/>
    <p:sldId id="390" r:id="rId22"/>
    <p:sldId id="383" r:id="rId23"/>
    <p:sldId id="392" r:id="rId24"/>
    <p:sldId id="391" r:id="rId25"/>
    <p:sldId id="365" r:id="rId26"/>
    <p:sldId id="268" r:id="rId27"/>
    <p:sldId id="373" r:id="rId28"/>
  </p:sldIdLst>
  <p:sldSz cx="9144000" cy="5143500" type="screen16x9"/>
  <p:notesSz cx="6858000" cy="9144000"/>
  <p:embeddedFontLs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Russo One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8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905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14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548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378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949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084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955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475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416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881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818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1128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587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522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71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254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251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670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1942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237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207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00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da7matm.github.io/pages/transition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CSS/transform-origin" TargetMode="External"/><Relationship Id="rId3" Type="http://schemas.openxmlformats.org/officeDocument/2006/relationships/hyperlink" Target="https://thoughtbot.com/blog/transitions-and-transforms" TargetMode="External"/><Relationship Id="rId7" Type="http://schemas.openxmlformats.org/officeDocument/2006/relationships/hyperlink" Target="https://tympanus.net/codrops/css_reference/transfor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henhuijing.com/blog/basics-of-css-transforms/#%F0%9F%96%8A" TargetMode="External"/><Relationship Id="rId5" Type="http://schemas.openxmlformats.org/officeDocument/2006/relationships/hyperlink" Target="https://webdesign.tutsplus.com/articles/css3-transitions-and-transforms-from-scratch--webdesign-4975" TargetMode="External"/><Relationship Id="rId4" Type="http://schemas.openxmlformats.org/officeDocument/2006/relationships/hyperlink" Target="https://cssreference.io/transitions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2/ejercicios/27-transiciones-transformaciones.md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701964" y="1376075"/>
            <a:ext cx="5024582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14 : Transiciones y transformaciones</a:t>
            </a:r>
            <a:endParaRPr sz="36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21354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6687" y="988876"/>
            <a:ext cx="803534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Introducción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transiciones y transformaciones en CSS permiten </a:t>
            </a: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animar y cambiar el estado de los elementos de manera suave y atractiva.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Estas herramientas son fundamentales para mejorar la experiencia de usuario, haciendo que las páginas sean </a:t>
            </a:r>
            <a:r>
              <a:rPr lang="es-AR" sz="24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más interactivas y visualmente interesantes.</a:t>
            </a:r>
          </a:p>
        </p:txBody>
      </p:sp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21354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Transiciones</a:t>
            </a:r>
          </a:p>
        </p:txBody>
      </p:sp>
    </p:spTree>
    <p:extLst>
      <p:ext uri="{BB962C8B-B14F-4D97-AF65-F5344CB8AC3E}">
        <p14:creationId xmlns:p14="http://schemas.microsoft.com/office/powerpoint/2010/main" val="328032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6687" y="988876"/>
            <a:ext cx="803534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Transiciones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transiciones en CSS nos permiten </a:t>
            </a: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cambiar el estado de un elemento de manera progresiva, en lugar de hacerlo instantáneamente. 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 es útil, por ejemplo, para </a:t>
            </a:r>
            <a:r>
              <a:rPr lang="es-AR" sz="24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animar cambios en el color, tamaño o posición de un elemento cuando el usuario interactúa con él.</a:t>
            </a:r>
          </a:p>
        </p:txBody>
      </p:sp>
    </p:spTree>
    <p:extLst>
      <p:ext uri="{BB962C8B-B14F-4D97-AF65-F5344CB8AC3E}">
        <p14:creationId xmlns:p14="http://schemas.microsoft.com/office/powerpoint/2010/main" val="107501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Transiciones de propiedades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Una transición se aplica a una o más propiedades CSS para animarlas cuando cambian. Por ejemplo: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este ejemplo, el color de fondo de la caja cambia suavemente de azul a rojo cuando pasamos el cursor por encima (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hover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568F7B-4913-B4F7-1AF5-285B44CDF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726" y="2107978"/>
            <a:ext cx="2505351" cy="17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3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41054" y="17290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Propiedades de transición</a:t>
            </a:r>
          </a:p>
          <a:p>
            <a:pPr algn="ctr"/>
            <a:endParaRPr lang="es-AR" sz="5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9516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Propiedades de transición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Hay varias propiedades en CSS que nos permiten controlar las transiciones: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transition-property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Define qué propiedad o propiedades queremos animar.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transition-duration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Especifica la duración de la transición (en segundos o milisegundos).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396607-88CF-3502-DF4D-9D742D02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419" y="2787775"/>
            <a:ext cx="4347772" cy="4378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F23A86-6942-9395-5C9B-7033F20D4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781" y="4204698"/>
            <a:ext cx="3051339" cy="44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2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Propiedades de transición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transition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-timing-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function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Controla la velocidad del cambio durante la transición.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Timing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easing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functions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comunes: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ease</a:t>
            </a: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(valor por defecto):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Inicia lento, acelera y luego desacelera.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linear: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Velocidad constante.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ease</a:t>
            </a: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-in: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Inicia lento y luego acelera.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ease</a:t>
            </a: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-out: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Inicia rápido y desacelera.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ease</a:t>
            </a: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s-AR" sz="1600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in-out</a:t>
            </a:r>
            <a:r>
              <a:rPr lang="es-AR" sz="1600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Comienza y termina lento.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8709F0-DC45-16C3-4C97-4664D2E5A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91" y="4243780"/>
            <a:ext cx="4906718" cy="42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3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Propiedades de transición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transition-delay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Especifica un tiempo de espera antes de que la transición comience.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transition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shorthand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combinar las propiedades anteriores en una sola línea.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F01B41-5F1E-17A2-75AE-1FC9F9020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709" y="2417858"/>
            <a:ext cx="3655720" cy="62621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0DF468-1561-6CBB-A7EE-8F52D1F2C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927" y="4247777"/>
            <a:ext cx="6821381" cy="5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8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Curvas de Bézier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curvas de Bézier son una forma avanzada de definir la función de tiempo (timing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function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para tener mayor control sobre la aceleración y desaceleración de la transición.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utilizan con la función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cubic-bezier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ejemplo visual de curvas de Bézier se puede explorar en herramientas como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Cubic-Bezier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15E353-910D-2A80-290F-62988B12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1" y="3042804"/>
            <a:ext cx="7416800" cy="5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7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2832" y="670222"/>
            <a:ext cx="443778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Transiciones con </a:t>
            </a:r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hover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pseudo-clase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hover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permite crear interacciones animadas cuando el usuario pasa el cursor por encima de un elemento.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este caso, el botón cambia su color de fondo y se agranda ligeramente cuando el usuario lo pasa con el cursor.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2E8136-2A6C-C4A8-6F10-977A3BBD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605" y="2036070"/>
            <a:ext cx="3728836" cy="22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0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76400" y="2024638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Transformaciones</a:t>
            </a:r>
          </a:p>
        </p:txBody>
      </p:sp>
    </p:spTree>
    <p:extLst>
      <p:ext uri="{BB962C8B-B14F-4D97-AF65-F5344CB8AC3E}">
        <p14:creationId xmlns:p14="http://schemas.microsoft.com/office/powerpoint/2010/main" val="388674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2" y="678924"/>
            <a:ext cx="77305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Transformaciones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s-AR" sz="2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transformaciones en CSS permiten </a:t>
            </a:r>
            <a:r>
              <a:rPr lang="es-AR" sz="2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modificar la apariencia de un elemento, como su posición, tamaño, rotación o inclinación. </a:t>
            </a:r>
          </a:p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realizan utilizando la </a:t>
            </a:r>
            <a:r>
              <a:rPr lang="es-AR" sz="2800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propiedad </a:t>
            </a:r>
            <a:r>
              <a:rPr lang="es-AR" sz="2800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transform</a:t>
            </a:r>
            <a:r>
              <a:rPr lang="es-AR" sz="2800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y se aplican directamente al elemento</a:t>
            </a:r>
          </a:p>
        </p:txBody>
      </p:sp>
    </p:spTree>
    <p:extLst>
      <p:ext uri="{BB962C8B-B14F-4D97-AF65-F5344CB8AC3E}">
        <p14:creationId xmlns:p14="http://schemas.microsoft.com/office/powerpoint/2010/main" val="4088492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Tipos de transformaciones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translate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Mueve un elemento de su posición original en el eje X y/o Y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rotate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Gira un elemento en torno a su centro (o un punto de referencia definido).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9CCC93-9D74-1486-3C88-75D2AE778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5" y="2176778"/>
            <a:ext cx="7317930" cy="6458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687F3FF-5222-6301-D900-7B5525F43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236" y="3853066"/>
            <a:ext cx="6585527" cy="8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3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Tipos de transformaciones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scale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Cambia el tamaño de un elemento, ampliándolo o reduciéndolo.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76BE4F-A7BB-3D51-0512-85DC182FA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5" y="2391184"/>
            <a:ext cx="7167418" cy="202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9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Tipos de transformaciones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skew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Inclina un elemento en los ejes X y/o Y.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transform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combinado: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pueden combinar varias transformaciones en una sola declaración.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FBE495-3288-D514-03D7-EB340D331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82" y="2164471"/>
            <a:ext cx="6511636" cy="8145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919311-C436-4C88-F2D6-166783CE6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360" y="3911282"/>
            <a:ext cx="5126182" cy="8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4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44073" y="180296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Transformaciones en 3D</a:t>
            </a:r>
          </a:p>
        </p:txBody>
      </p:sp>
    </p:spTree>
    <p:extLst>
      <p:ext uri="{BB962C8B-B14F-4D97-AF65-F5344CB8AC3E}">
        <p14:creationId xmlns:p14="http://schemas.microsoft.com/office/powerpoint/2010/main" val="301719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Transformaciones en 3D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Además de los ejes X e Y, podemos utilizar el eje Z para agregar profundidad.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translateZ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Mueve un elemento hacia adentro o hacia afuera en el eje Z.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B59CBF-E64A-4151-B4D3-FE116A6A7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60" y="3376165"/>
            <a:ext cx="3866671" cy="112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32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7" y="637895"/>
            <a:ext cx="80353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Transformaciones en 3D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rotateX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rotateY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rotateZ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Permiten rotar un elemento en torno a los diferentes ejes.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6400E6-4B9C-709A-69DD-90F256A7B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6" y="2571750"/>
            <a:ext cx="6858000" cy="181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38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20982" y="1604384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Veamos las transiciones con ejemplos</a:t>
            </a:r>
          </a:p>
        </p:txBody>
      </p:sp>
    </p:spTree>
    <p:extLst>
      <p:ext uri="{BB962C8B-B14F-4D97-AF65-F5344CB8AC3E}">
        <p14:creationId xmlns:p14="http://schemas.microsoft.com/office/powerpoint/2010/main" val="175158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6911" y="1192491"/>
            <a:ext cx="34163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transiciones con ejemplos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Transiciones con ejemplos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F050EF-E190-21C5-7DBB-5CAE7DBB2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55" y="1288801"/>
            <a:ext cx="4708522" cy="256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86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44073" y="180296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Mas Contenido de Posicionamiento</a:t>
            </a:r>
          </a:p>
        </p:txBody>
      </p:sp>
    </p:spTree>
    <p:extLst>
      <p:ext uri="{BB962C8B-B14F-4D97-AF65-F5344CB8AC3E}">
        <p14:creationId xmlns:p14="http://schemas.microsoft.com/office/powerpoint/2010/main" val="4027627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4344" y="813386"/>
            <a:ext cx="7682201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Contenido de Lectura: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/>
            <a:endParaRPr lang="es-AR" sz="1600" dirty="0">
              <a:solidFill>
                <a:srgbClr val="1C1E21"/>
              </a:solidFill>
              <a:latin typeface="system-ui"/>
            </a:endParaRPr>
          </a:p>
          <a:p>
            <a:pPr algn="l"/>
            <a:r>
              <a:rPr lang="es-AR" sz="1800" dirty="0">
                <a:solidFill>
                  <a:srgbClr val="1C1E21"/>
                </a:solidFill>
                <a:latin typeface="system-ui"/>
              </a:rPr>
              <a:t>En Ingles: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Transiciones y transformaciones con ejemplos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4"/>
              </a:rPr>
              <a:t>Transiciones - Referencia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5"/>
              </a:rPr>
              <a:t>Transiciones y transformaciones desde el principio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6"/>
              </a:rPr>
              <a:t>Transformaciones - Guía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7"/>
              </a:rPr>
              <a:t>Transformaciones y sistema de coordenadas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 err="1">
                <a:solidFill>
                  <a:srgbClr val="1C1E21"/>
                </a:solidFill>
                <a:effectLst/>
                <a:latin typeface="system-ui"/>
                <a:hlinkClick r:id="rId8"/>
              </a:rPr>
              <a:t>transform-origin</a:t>
            </a: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8"/>
              </a:rPr>
              <a:t> - MDN</a:t>
            </a:r>
            <a:endParaRPr lang="es-AR" sz="28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AR" sz="16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00537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4345" y="813386"/>
            <a:ext cx="398765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https://github.com/Ada-IT/ejercicios-frontend/blob/master/modulo-2/ejercicios/27-transiciones-transformaciones.md</a:t>
            </a: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</a:rPr>
              <a:t> 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56A973-3DFB-CBE1-B9C7-C5778BC3D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386" y="1100657"/>
            <a:ext cx="4075359" cy="34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101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2275</TotalTime>
  <Words>674</Words>
  <Application>Microsoft Office PowerPoint</Application>
  <PresentationFormat>Presentación en pantalla (16:9)</PresentationFormat>
  <Paragraphs>135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Lato</vt:lpstr>
      <vt:lpstr>Russo One</vt:lpstr>
      <vt:lpstr>system-ui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19</cp:revision>
  <dcterms:modified xsi:type="dcterms:W3CDTF">2025-01-05T20:26:06Z</dcterms:modified>
</cp:coreProperties>
</file>