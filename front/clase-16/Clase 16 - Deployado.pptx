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62" r:id="rId2"/>
    <p:sldId id="288" r:id="rId3"/>
    <p:sldId id="353" r:id="rId4"/>
    <p:sldId id="374" r:id="rId5"/>
    <p:sldId id="375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267" r:id="rId18"/>
    <p:sldId id="391" r:id="rId19"/>
    <p:sldId id="365" r:id="rId20"/>
    <p:sldId id="268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</p:embeddedFont>
    <p:embeddedFont>
      <p:font typeface="Russo One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905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14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040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92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175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968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630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828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59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255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903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281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308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237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207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j0Wi7hKUgU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youtube.com/watch?v=HAGPtyQ5Qh4" TargetMode="External"/><Relationship Id="rId4" Type="http://schemas.openxmlformats.org/officeDocument/2006/relationships/hyperlink" Target="https://www.youtube.com/watch?v=aCEn6_BHZyI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701964" y="1376075"/>
            <a:ext cx="5024582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16: </a:t>
            </a:r>
            <a:r>
              <a:rPr lang="es-AR" sz="4000" b="1" dirty="0" err="1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Deployado</a:t>
            </a:r>
            <a:endParaRPr sz="36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21354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6687" y="988876"/>
            <a:ext cx="803534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Introducción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el proceso de </a:t>
            </a: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llevar una aplicación o sitio web desde un entorno de desarrollo local hacia un entorno accesible por usuarios finales a través de Internet.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esta clase, aprenderemos los conceptos clave y los pasos necesarios para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deployar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un proyecto web.</a:t>
            </a:r>
            <a:endParaRPr lang="es-AR" sz="24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213547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Deployado</a:t>
            </a:r>
            <a:endParaRPr lang="es-AR" sz="5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328032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94433" y="693312"/>
            <a:ext cx="80353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Deployado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implica </a:t>
            </a: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poner un proyecto en un servidor para que pueda ser accedido mediante un navegador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Esto incluye subir los archivos necesarios, configurar servidores y asegurarse de que el sitio funcione correctamente en producción.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Flujo general del </a:t>
            </a:r>
            <a:r>
              <a:rPr lang="es-AR" sz="20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Crear o completar el proyecto localmente.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Asegurarse de que el código esté limpio y sin errores.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Subir el proyecto a un servicio de hosting 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Configurar un dominio y otros ajustes opcionales.</a:t>
            </a:r>
            <a:endParaRPr lang="es-AR" sz="20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7501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22581" y="1784493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5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Servicios de </a:t>
            </a:r>
            <a:r>
              <a:rPr lang="es-AR" sz="54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deployado</a:t>
            </a:r>
            <a:endParaRPr lang="es-AR" sz="5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404447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0579" y="887275"/>
            <a:ext cx="803534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Servicios de </a:t>
            </a:r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deployado</a:t>
            </a:r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Existen varias plataformas que facilitan el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proyectos. Una de las más populares es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s-AR" sz="24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una plataforma que permite </a:t>
            </a:r>
            <a:r>
              <a:rPr lang="es-AR" sz="2400" b="1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deployar</a:t>
            </a:r>
            <a:r>
              <a:rPr lang="es-AR" sz="24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sitios web de manera rápida y sencilla, ofreciendo integración directa con repositorios de código como GitHub.</a:t>
            </a:r>
          </a:p>
        </p:txBody>
      </p:sp>
    </p:spTree>
    <p:extLst>
      <p:ext uri="{BB962C8B-B14F-4D97-AF65-F5344CB8AC3E}">
        <p14:creationId xmlns:p14="http://schemas.microsoft.com/office/powerpoint/2010/main" val="184825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94433" y="693312"/>
            <a:ext cx="803534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Deployado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Ventajas de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Gratuito para proyectos básicos.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continuo: Actualiza automáticamente tu sitio cuando subes cambios a tu repositorio.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Certificados SSL automáticos.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Interfaz intuitiva.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Pasos para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deployar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Crear una cuenta en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Crear un nuevo sitio desde un repositorio.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Seleccionar el repositorio en GitHub que contiene tu proyecto.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Configurar el comando de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build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(si aplica) y el directorio de salida (por ejemplo,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dist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proyectos de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React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public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proyectos estáticos).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Hacer clic en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site y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se encargará del resto.</a:t>
            </a:r>
            <a:endParaRPr lang="es-AR" sz="16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8445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94433" y="693312"/>
            <a:ext cx="803534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Conectando un repositorio de GitHub para </a:t>
            </a:r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deployar</a:t>
            </a:r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automáticamente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enfoque eficiente para 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continuo es conectar un repositorio de GitHub al servicio de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deployado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Esto permite que cada vez que hagas un cambio en el repositorio (como un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push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 la rama principal), el servicio actualice automáticamente tu sitio.</a:t>
            </a:r>
            <a:endParaRPr lang="es-AR" sz="20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43336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8" y="559385"/>
            <a:ext cx="803534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Conectando un repositorio de GitHub para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deployar</a:t>
            </a:r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automáticamente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Pasos: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Subir tu proyecto a GitHub: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init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remote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add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origin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&lt;URL del repositorio&gt;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add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commit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-m "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Initial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commit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“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push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origin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main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selecciona New site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from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Git.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Autoriza a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acceder a tu cuenta de GitHub.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Elige el repositorio y la rama a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Configura los ajustes de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build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deploya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  <a:endParaRPr lang="es-AR" sz="1600" b="1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9441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54325" y="1030439"/>
            <a:ext cx="803534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Qué es un dominio</a:t>
            </a:r>
          </a:p>
          <a:p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dominio es el </a:t>
            </a: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nombre que identifica a tu sitio web 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(por ejemplo, www.miweb.com).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dirección </a:t>
            </a:r>
            <a:r>
              <a:rPr lang="es-AR" sz="24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fácil de recordar para que los usuarios accedan a tu sitio.</a:t>
            </a:r>
          </a:p>
        </p:txBody>
      </p:sp>
    </p:spTree>
    <p:extLst>
      <p:ext uri="{BB962C8B-B14F-4D97-AF65-F5344CB8AC3E}">
        <p14:creationId xmlns:p14="http://schemas.microsoft.com/office/powerpoint/2010/main" val="3470175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8" y="559385"/>
            <a:ext cx="803534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Qué es un dominio y cómo conseguirlo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Opciones para dominios: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Subdominios gratuitos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Servicios como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ofrecen subdominios gratuitos, como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miweb.netlify.app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Dominios personalizados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Puedes comprar un dominio a través de registradores como: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Namecheap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GoDaddy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Google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Domains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Vincular un dominio </a:t>
            </a:r>
            <a:r>
              <a:rPr lang="es-AR" sz="16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personalizado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:Compra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el dominio en un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registrador.Configura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los registros DNS en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(o el servicio que uses).Asegúrate de que el dominio apunte a los servidores de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Netlify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18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778" y="559385"/>
            <a:ext cx="803534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Cómo agregar un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favicon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favicon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el pequeño ícono que aparece en la pestaña del navegador junto al título del sitio.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Pasos para agregar un </a:t>
            </a:r>
            <a:r>
              <a:rPr lang="es-AR" sz="16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favicon</a:t>
            </a: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 o descarga un ícono (¡puedes usar herramientas como favicon.io!).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Guarda el archivo como favicon.ico o en un formato compatible (PNG, SVG, etc.).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Agrégalo al directorio principal de tu proyecto.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Incluye la siguiente línea en el &lt;head&gt; de tu HTML: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7F3A9B-2501-A0FF-C969-2CC05DEBE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63" y="3635608"/>
            <a:ext cx="6773220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8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5160" y="808767"/>
            <a:ext cx="803534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Cómo escribir un README y usar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Markdown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archivo README.md proporciona información importante sobre tu proyecto y sirve como referencia para colaboradores o usuarios.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Contenido sugerido para un README: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Nombre del proyecto: Breve descripción.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Captura de pantalla: Muestra del proyecto.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Instalación: Instrucciones para configurar el proyecto localmente.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Uso: Ejemplo de cómo funciona.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Créditos: Reconocimientos o enlaces relevantes.</a:t>
            </a:r>
          </a:p>
        </p:txBody>
      </p:sp>
    </p:spTree>
    <p:extLst>
      <p:ext uri="{BB962C8B-B14F-4D97-AF65-F5344CB8AC3E}">
        <p14:creationId xmlns:p14="http://schemas.microsoft.com/office/powerpoint/2010/main" val="1257585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5160" y="808767"/>
            <a:ext cx="80353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Cómo escribir un README y usar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Markdown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 básico: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55D209-9E1D-AF15-FFBB-2B21C371E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24" y="1992111"/>
            <a:ext cx="341995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22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5161" y="612083"/>
            <a:ext cx="81923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Créditos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Creado por Mi Nombre.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Estas etiquetas aseguran que las plataformas como Facebook, Twitter y LinkedIn muestren una vista previa atractiva cuando alguien comparte tu sitio.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BCDBEA-04BE-C31D-74E8-4321754F3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36" y="3047400"/>
            <a:ext cx="6862617" cy="185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38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44073" y="180296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Videos Complementarios</a:t>
            </a:r>
          </a:p>
        </p:txBody>
      </p:sp>
    </p:spTree>
    <p:extLst>
      <p:ext uri="{BB962C8B-B14F-4D97-AF65-F5344CB8AC3E}">
        <p14:creationId xmlns:p14="http://schemas.microsoft.com/office/powerpoint/2010/main" val="402762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4344" y="813386"/>
            <a:ext cx="768220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Videos Complementarios:</a:t>
            </a:r>
            <a:endParaRPr lang="es-AR" sz="3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/>
            <a:endParaRPr lang="es-AR" sz="2000" dirty="0">
              <a:solidFill>
                <a:srgbClr val="1C1E21"/>
              </a:solidFill>
              <a:latin typeface="system-ui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2000" b="1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Despliegue gratuito de un Proyecto Web en </a:t>
            </a:r>
            <a:r>
              <a:rPr lang="es-AR" sz="2000" b="1" i="0" dirty="0" err="1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Netlify</a:t>
            </a:r>
            <a:r>
              <a:rPr lang="es-AR" sz="2000" b="1" dirty="0">
                <a:solidFill>
                  <a:schemeClr val="accent6"/>
                </a:solidFill>
                <a:latin typeface="Roboto" panose="02000000000000000000" pitchFamily="2" charset="0"/>
              </a:rPr>
              <a:t>: </a:t>
            </a:r>
            <a:r>
              <a:rPr lang="es-AR" sz="20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https://www.youtube.com/watch?v=ij0Wi7hKUgU</a:t>
            </a:r>
            <a:r>
              <a:rPr lang="es-AR" sz="2000" b="0" i="0" dirty="0">
                <a:solidFill>
                  <a:srgbClr val="1C1E21"/>
                </a:solidFill>
                <a:effectLst/>
                <a:latin typeface="system-ui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s-AR" sz="20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2000" b="1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Cómo desplegar APP de </a:t>
            </a:r>
            <a:r>
              <a:rPr lang="es-AR" sz="2000" b="1" i="0" dirty="0" err="1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React</a:t>
            </a:r>
            <a:r>
              <a:rPr lang="es-AR" sz="2000" b="1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 💰GRATIS💰 con GitHub y </a:t>
            </a:r>
            <a:r>
              <a:rPr lang="es-AR" sz="2000" b="1" i="0" dirty="0" err="1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Netlify</a:t>
            </a:r>
            <a:r>
              <a:rPr lang="es-AR" sz="2000" b="1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 🚀 | Tutorial desde CERO: </a:t>
            </a:r>
            <a:r>
              <a:rPr lang="es-AR" sz="2000" i="0" dirty="0">
                <a:solidFill>
                  <a:schemeClr val="accent6"/>
                </a:solidFill>
                <a:effectLst/>
                <a:latin typeface="Roboto" panose="02000000000000000000" pitchFamily="2" charset="0"/>
                <a:hlinkClick r:id="rId4"/>
              </a:rPr>
              <a:t>https://www.youtube.com/watch?v=aCEn6_BHZyI</a:t>
            </a:r>
            <a:r>
              <a:rPr lang="es-AR" sz="2000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s-AR" sz="2000" i="0" dirty="0">
              <a:solidFill>
                <a:schemeClr val="accent6"/>
              </a:solidFill>
              <a:effectLst/>
              <a:latin typeface="Roboto" panose="020000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AR" sz="1800" b="1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CÓMO PUBLICAR TU SITIO WEB EN NETLIFY (GRATIS): </a:t>
            </a:r>
            <a:r>
              <a:rPr lang="es-AR" sz="1800" i="0" dirty="0">
                <a:solidFill>
                  <a:schemeClr val="accent6"/>
                </a:solidFill>
                <a:effectLst/>
                <a:latin typeface="Roboto" panose="02000000000000000000" pitchFamily="2" charset="0"/>
                <a:hlinkClick r:id="rId5"/>
              </a:rPr>
              <a:t>https://www.youtube.com/watch?v=HAGPtyQ5Qh4</a:t>
            </a:r>
            <a:r>
              <a:rPr lang="es-AR" sz="1800" i="0" dirty="0">
                <a:solidFill>
                  <a:schemeClr val="accent6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s-AR" i="0" dirty="0">
              <a:solidFill>
                <a:schemeClr val="accent6"/>
              </a:solidFill>
              <a:effectLst/>
              <a:latin typeface="Roboto" panose="020000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endParaRPr lang="es-AR" sz="20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0053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2354</TotalTime>
  <Words>832</Words>
  <Application>Microsoft Office PowerPoint</Application>
  <PresentationFormat>Presentación en pantalla (16:9)</PresentationFormat>
  <Paragraphs>112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system-ui</vt:lpstr>
      <vt:lpstr>Russo One</vt:lpstr>
      <vt:lpstr>Roboto</vt:lpstr>
      <vt:lpstr>Lato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Ahora es momento  de aplicar lo aprendido en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21</cp:revision>
  <dcterms:modified xsi:type="dcterms:W3CDTF">2025-01-06T17:48:54Z</dcterms:modified>
</cp:coreProperties>
</file>