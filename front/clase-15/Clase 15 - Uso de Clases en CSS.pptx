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62" r:id="rId2"/>
    <p:sldId id="288" r:id="rId3"/>
    <p:sldId id="353" r:id="rId4"/>
    <p:sldId id="375" r:id="rId5"/>
    <p:sldId id="393" r:id="rId6"/>
    <p:sldId id="394" r:id="rId7"/>
    <p:sldId id="395" r:id="rId8"/>
    <p:sldId id="396" r:id="rId9"/>
    <p:sldId id="397" r:id="rId10"/>
    <p:sldId id="398" r:id="rId11"/>
    <p:sldId id="399" r:id="rId12"/>
    <p:sldId id="400" r:id="rId13"/>
    <p:sldId id="401" r:id="rId14"/>
    <p:sldId id="402" r:id="rId15"/>
    <p:sldId id="403" r:id="rId16"/>
    <p:sldId id="267" r:id="rId17"/>
    <p:sldId id="391" r:id="rId18"/>
    <p:sldId id="365" r:id="rId19"/>
    <p:sldId id="268" r:id="rId20"/>
    <p:sldId id="373" r:id="rId21"/>
  </p:sldIdLst>
  <p:sldSz cx="9144000" cy="5143500" type="screen16x9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Russo One" panose="020B0604020202020204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ernardita Bauque" initials="" lastIdx="4" clrIdx="0"/>
  <p:cmAuthor id="1" name="catalina llarin" initials="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18CB89-29BF-476F-BAC4-F03CFA606FF7}">
  <a:tblStyle styleId="{B718CB89-29BF-476F-BAC4-F03CFA606F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6070746ec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6070746ec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587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999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141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6206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0019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4427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924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5788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0860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66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270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3524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89798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7986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6070746e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d6070746e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22373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9207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6070746e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6070746e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000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9875" y="-4950"/>
            <a:ext cx="9153900" cy="770700"/>
            <a:chOff x="-9875" y="-4950"/>
            <a:chExt cx="9153900" cy="770700"/>
          </a:xfrm>
        </p:grpSpPr>
        <p:sp>
          <p:nvSpPr>
            <p:cNvPr id="51" name="Google Shape;51;p12"/>
            <p:cNvSpPr/>
            <p:nvPr/>
          </p:nvSpPr>
          <p:spPr>
            <a:xfrm>
              <a:off x="-9875" y="-4950"/>
              <a:ext cx="9153900" cy="77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2" name="Google Shape;5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12025" y="109800"/>
              <a:ext cx="1048575" cy="54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css-tricks.com/semantic-class-names/" TargetMode="External"/><Relationship Id="rId3" Type="http://schemas.openxmlformats.org/officeDocument/2006/relationships/hyperlink" Target="https://kinsta.com/es/blog/buenas-practicas-css/" TargetMode="External"/><Relationship Id="rId7" Type="http://schemas.openxmlformats.org/officeDocument/2006/relationships/hyperlink" Target="https://academiaweb.ca/blog/c/consejos/b/buenas-prcticas-de-css-para-principiante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lenguajecss.com/css/introduccion/guia-css/" TargetMode="External"/><Relationship Id="rId5" Type="http://schemas.openxmlformats.org/officeDocument/2006/relationships/hyperlink" Target="https://www.arsys.es/blog/herramientas-y-buenas-practicas-para-el-desarrollo-de-css" TargetMode="External"/><Relationship Id="rId4" Type="http://schemas.openxmlformats.org/officeDocument/2006/relationships/hyperlink" Target="https://eliseovega.github.io/css_generalidades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a-IT/ejercicios-frontend/blob/master/modulo-1/ejercicios/09-clases.md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body" idx="4294967295"/>
          </p:nvPr>
        </p:nvSpPr>
        <p:spPr>
          <a:xfrm>
            <a:off x="701964" y="1376075"/>
            <a:ext cx="4341091" cy="22621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 b="1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Clase 15 :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 b="1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Uso de Clases en CSS</a:t>
            </a:r>
            <a:endParaRPr sz="4000" dirty="0"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234" y="1215032"/>
            <a:ext cx="3424075" cy="3403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50290" y="2135475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54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3609074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06687" y="988876"/>
            <a:ext cx="8035349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Introducción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uso de clases en CSS es una práctica fundamental para crear hojas de estilo mantenibles, escalables y fáciles de entender. 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4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esta clase, exploraremos cómo nombrar y estructurar clases de manera efectiva, evitando errores comunes y asegurándonos de que el código sea claro y reutilizable.</a:t>
            </a:r>
            <a:endParaRPr lang="es-AR" sz="2400" b="1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45239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5923" y="674840"/>
            <a:ext cx="803534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Utilizar nombres descriptivos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nombres de las clases deben ser claros y representativos de su función o contenido. Esto facilita la lectura y el mantenimiento del código. 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Evitar: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nombres descriptivos permiten que otros desarrolladores entiendan rápidamente el propósito de la clase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247265-8251-2BB8-34A8-E76C01B00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109" y="2588644"/>
            <a:ext cx="4019571" cy="44476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3E9EE29-B43E-4FB4-2474-298A1396B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512" y="3673577"/>
            <a:ext cx="7116323" cy="45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17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5923" y="674840"/>
            <a:ext cx="8035349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Evitar abreviaciones </a:t>
            </a: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Las abreviaciones pueden ahorrar unos pocos caracteres, pero a menudo dificultan la comprensión del código.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Evitar: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DC45548-F111-C4EE-3ECD-C81074154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781" y="2775189"/>
            <a:ext cx="5646807" cy="56019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B038C49-6146-8A9C-B693-0E83B01F7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9091" y="3950589"/>
            <a:ext cx="4265550" cy="62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88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5923" y="674840"/>
            <a:ext cx="8035349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Evitar nombres demasiado largos</a:t>
            </a: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Aunque es importante ser descriptivo, los nombres extremadamente largos también pueden ser contraproducentes. Encuentra un balance entre claridad y brevedad.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Evitar: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2A1502-B7D3-FEB5-C208-96A14B2F2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781" y="2959877"/>
            <a:ext cx="4762415" cy="58564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7E804E1-6806-2219-4B4A-D19A98863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018" y="4220440"/>
            <a:ext cx="6543964" cy="46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20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5923" y="674840"/>
            <a:ext cx="8035349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Escribir nombres en kebab-case (o </a:t>
            </a:r>
            <a:r>
              <a:rPr lang="es-AR" sz="24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dash</a:t>
            </a:r>
            <a:r>
              <a:rPr lang="es-AR" sz="2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-case)</a:t>
            </a: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formato kebab-case utiliza palabras separadas por guiones (-). Es una práctica común en CSS porque mejora la legibilidad y es compatible con los estándares.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Evitar: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5E63BF-D448-61E6-C08C-41E9FB746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807343"/>
            <a:ext cx="4558758" cy="66603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B56D769-34C6-26F2-5644-DA0392CF2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418" y="4054170"/>
            <a:ext cx="6239164" cy="82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7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5923" y="674840"/>
            <a:ext cx="8035349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Evitar selectores de etiqueta</a:t>
            </a: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Estilar directamente etiquetas como &lt;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div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 o &lt;h1&gt; puede causar problemas de especificidad y reutilización.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Evitar: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7902AD3-3C1A-4E58-F190-B7D0A5385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110" y="2474455"/>
            <a:ext cx="2042757" cy="9214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622E09E-119D-3310-3095-1A91133AB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654" y="3813249"/>
            <a:ext cx="2627671" cy="99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75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5923" y="674840"/>
            <a:ext cx="8035349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Evitar usar </a:t>
            </a:r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Ids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IDs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(#id) tienen alta especificidad, lo que dificulta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sobreescribir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estilos en caso necesario. Es mejor utilizar clases (.clase) por su flexibilidad.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Evitar: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94380F-44A8-EC53-4317-AC750B438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290" y="2652806"/>
            <a:ext cx="5058328" cy="64154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5A60975-F4AC-4DD6-4A60-97C02F671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290" y="3935429"/>
            <a:ext cx="4984436" cy="79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19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5923" y="674840"/>
            <a:ext cx="8035349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Evitar selectores complejos</a:t>
            </a: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selectores complejos, como los descendentes o anidados, dificultan el mantenimiento del código. Es preferible usar una clase por selector.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Evitar: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0048AE-F4A8-DAC0-92F9-35A2BA4D6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617" y="2352222"/>
            <a:ext cx="1819158" cy="114894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436BB40-9870-D803-8391-77AB8EA5E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349" y="3752513"/>
            <a:ext cx="2108250" cy="111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44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5923" y="674840"/>
            <a:ext cx="8035349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Utilizar prefijos (p. ej.: </a:t>
            </a:r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is</a:t>
            </a:r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 para estado)</a:t>
            </a: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prefijos ayudan a indicar el propósito o estado de una clase. Por ejemplo,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is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- indica un estado específico.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7969F90-E720-AED8-3E84-11BEDD5B9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28" y="3350001"/>
            <a:ext cx="7377695" cy="79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635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5923" y="674840"/>
            <a:ext cx="803534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Utilizar clases compuestas por padre-hijo</a:t>
            </a: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mantener una jerarquía clara, usa nombres de clases que reflejen la relación entre elementos.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B480A4-982B-9D9A-296B-B87A20BE9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637" y="3018432"/>
            <a:ext cx="3946280" cy="165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95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5923" y="674840"/>
            <a:ext cx="8035349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Ser consistentes</a:t>
            </a: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Mantener un estilo consistente en la nomenclatura y estructura de las clases es clave para un código limpio y colaborativo.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 Si decides usar kebab-case, aplícalo en todo el proyecto: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736A2A7-B66B-3B44-9D16-07E2C02E7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416" y="3015155"/>
            <a:ext cx="6211167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008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450" y="810972"/>
            <a:ext cx="4082186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Reutilizar estilos agrupándolos en clases</a:t>
            </a:r>
          </a:p>
          <a:p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varios elementos comparten estilos, agrúpalos en una clase reutilizable.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C76617-0F43-404E-830A-71FC14040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109" y="1326643"/>
            <a:ext cx="3668236" cy="281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574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89814" y="552354"/>
            <a:ext cx="4082186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Utilizar comentarios y agrupar clases</a:t>
            </a:r>
          </a:p>
          <a:p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comentarios son útiles para organizar y documentar el código. Agrupa clases relacionadas para mejorar la lectura.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1D4C14-1054-B034-D1B1-2E57E22D8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945" y="1182012"/>
            <a:ext cx="2900617" cy="316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99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C3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 idx="4294967295"/>
          </p:nvPr>
        </p:nvSpPr>
        <p:spPr>
          <a:xfrm>
            <a:off x="798945" y="1771795"/>
            <a:ext cx="4129088" cy="534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4A4A4A"/>
                </a:solidFill>
                <a:latin typeface="Russo One"/>
                <a:ea typeface="Russo One"/>
                <a:cs typeface="Russo One"/>
                <a:sym typeface="Russo One"/>
              </a:rPr>
              <a:t>Veamos un ejemplo de </a:t>
            </a:r>
            <a:endParaRPr sz="4400" dirty="0">
              <a:solidFill>
                <a:srgbClr val="4A4A4A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este tema</a:t>
            </a:r>
            <a:endParaRPr sz="4400" dirty="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025" y="691975"/>
            <a:ext cx="4392225" cy="43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644073" y="1802966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48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Contenido de Lectura</a:t>
            </a:r>
          </a:p>
        </p:txBody>
      </p:sp>
    </p:spTree>
    <p:extLst>
      <p:ext uri="{BB962C8B-B14F-4D97-AF65-F5344CB8AC3E}">
        <p14:creationId xmlns:p14="http://schemas.microsoft.com/office/powerpoint/2010/main" val="4027627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84344" y="813386"/>
            <a:ext cx="768220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Contenido de Lectura:</a:t>
            </a: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algn="l"/>
            <a:endParaRPr lang="es-AR" sz="1200" dirty="0">
              <a:solidFill>
                <a:srgbClr val="1C1E21"/>
              </a:solidFill>
              <a:latin typeface="system-u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1C1E21"/>
                </a:solidFill>
                <a:latin typeface="system-ui"/>
                <a:hlinkClick r:id="rId3"/>
              </a:rPr>
              <a:t>https://kinsta.com/es/blog/buenas-practicas-css/</a:t>
            </a:r>
            <a:endParaRPr lang="es-AR" sz="1800" dirty="0">
              <a:solidFill>
                <a:srgbClr val="1C1E21"/>
              </a:solidFill>
              <a:latin typeface="system-u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1C1E21"/>
                </a:solidFill>
                <a:latin typeface="system-ui"/>
                <a:hlinkClick r:id="rId4"/>
              </a:rPr>
              <a:t>https://eliseovega.github.io/css_generalidades.html</a:t>
            </a:r>
            <a:endParaRPr lang="es-AR" sz="1800" dirty="0">
              <a:solidFill>
                <a:srgbClr val="1C1E21"/>
              </a:solidFill>
              <a:latin typeface="system-u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1C1E21"/>
                </a:solidFill>
                <a:latin typeface="system-ui"/>
                <a:hlinkClick r:id="rId5"/>
              </a:rPr>
              <a:t>https://www.arsys.es/blog/herramientas-y-buenas-practicas-para-el-desarrollo-de-css</a:t>
            </a:r>
            <a:endParaRPr lang="es-AR" sz="1800" dirty="0">
              <a:solidFill>
                <a:srgbClr val="1C1E21"/>
              </a:solidFill>
              <a:latin typeface="system-u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1C1E21"/>
                </a:solidFill>
                <a:latin typeface="system-ui"/>
                <a:hlinkClick r:id="rId6"/>
              </a:rPr>
              <a:t>https://lenguajecss.com/css/introduccion/guia-css/</a:t>
            </a:r>
            <a:endParaRPr lang="es-AR" sz="1800" dirty="0">
              <a:solidFill>
                <a:srgbClr val="1C1E21"/>
              </a:solidFill>
              <a:latin typeface="system-u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1C1E21"/>
                </a:solidFill>
                <a:latin typeface="system-ui"/>
                <a:hlinkClick r:id="rId7"/>
              </a:rPr>
              <a:t>https://academiaweb.ca/blog/c/consejos/b/buenas-prcticas-de-css-para-principiantes</a:t>
            </a:r>
            <a:endParaRPr lang="es-AR" sz="1800" dirty="0">
              <a:solidFill>
                <a:srgbClr val="1C1E21"/>
              </a:solidFill>
              <a:latin typeface="system-u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dirty="0">
              <a:solidFill>
                <a:srgbClr val="1C1E21"/>
              </a:solidFill>
              <a:latin typeface="system-u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dirty="0">
              <a:solidFill>
                <a:srgbClr val="1C1E21"/>
              </a:solidFill>
              <a:latin typeface="system-ui"/>
            </a:endParaRPr>
          </a:p>
          <a:p>
            <a:pPr algn="l"/>
            <a:r>
              <a:rPr lang="es-AR" dirty="0">
                <a:solidFill>
                  <a:srgbClr val="1C1E21"/>
                </a:solidFill>
                <a:latin typeface="system-ui"/>
              </a:rPr>
              <a:t>En Ingles: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000" b="0" i="0" dirty="0">
                <a:solidFill>
                  <a:srgbClr val="1C1E21"/>
                </a:solidFill>
                <a:effectLst/>
                <a:latin typeface="system-ui"/>
                <a:hlinkClick r:id="rId8"/>
              </a:rPr>
              <a:t>https://css-tricks.com/semantic-class-names/</a:t>
            </a:r>
            <a:r>
              <a:rPr lang="es-AR" sz="2000" b="0" i="0" dirty="0">
                <a:solidFill>
                  <a:srgbClr val="1C1E21"/>
                </a:solidFill>
                <a:effectLst/>
                <a:latin typeface="system-ui"/>
              </a:rPr>
              <a:t> </a:t>
            </a:r>
            <a:endParaRPr lang="es-AR" sz="1200" b="0" i="0" dirty="0">
              <a:solidFill>
                <a:srgbClr val="1C1E21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4000537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3969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 idx="4294967295"/>
          </p:nvPr>
        </p:nvSpPr>
        <p:spPr>
          <a:xfrm>
            <a:off x="701964" y="1198995"/>
            <a:ext cx="4135438" cy="2887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Ahora es momento </a:t>
            </a:r>
            <a:endParaRPr sz="4400" dirty="0">
              <a:solidFill>
                <a:srgbClr val="EAC3FF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de aplicar </a:t>
            </a:r>
            <a:r>
              <a:rPr lang="es" sz="4400" dirty="0">
                <a:solidFill>
                  <a:srgbClr val="F0F000"/>
                </a:solidFill>
                <a:latin typeface="Russo One"/>
                <a:ea typeface="Russo One"/>
                <a:cs typeface="Russo One"/>
                <a:sym typeface="Russo One"/>
              </a:rPr>
              <a:t>lo aprendido en clase</a:t>
            </a:r>
            <a:endParaRPr sz="4400" dirty="0">
              <a:solidFill>
                <a:srgbClr val="F0F000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375" y="951150"/>
            <a:ext cx="4078050" cy="40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84345" y="813386"/>
            <a:ext cx="3987656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Ejercitación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800" b="0" i="0" dirty="0">
                <a:solidFill>
                  <a:srgbClr val="1C1E21"/>
                </a:solidFill>
                <a:effectLst/>
                <a:latin typeface="system-ui"/>
                <a:hlinkClick r:id="rId3"/>
              </a:rPr>
              <a:t>https://github.com/Ada-IT/ejercicios-frontend/blob/master/modulo-1/ejercicios/09-clases.md</a:t>
            </a:r>
            <a:r>
              <a:rPr lang="es-AR" sz="2800" b="0" i="0" dirty="0">
                <a:solidFill>
                  <a:srgbClr val="1C1E21"/>
                </a:solidFill>
                <a:effectLst/>
                <a:latin typeface="system-ui"/>
              </a:rPr>
              <a:t> </a:t>
            </a:r>
            <a:endParaRPr lang="es-AR" sz="2400" b="0" i="0" dirty="0">
              <a:solidFill>
                <a:srgbClr val="1C1E21"/>
              </a:solidFill>
              <a:effectLst/>
              <a:latin typeface="system-u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2EBB900-0C56-E86E-ABE6-370D7D6E5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49323"/>
            <a:ext cx="4333171" cy="312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1010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D0055"/>
      </a:dk1>
      <a:lt1>
        <a:srgbClr val="FFFFFF"/>
      </a:lt1>
      <a:dk2>
        <a:srgbClr val="000000"/>
      </a:dk2>
      <a:lt2>
        <a:srgbClr val="F0F000"/>
      </a:lt2>
      <a:accent1>
        <a:srgbClr val="FF9936"/>
      </a:accent1>
      <a:accent2>
        <a:srgbClr val="E98FB5"/>
      </a:accent2>
      <a:accent3>
        <a:srgbClr val="F2D6E1"/>
      </a:accent3>
      <a:accent4>
        <a:srgbClr val="FFAB40"/>
      </a:accent4>
      <a:accent5>
        <a:srgbClr val="9E0046"/>
      </a:accent5>
      <a:accent6>
        <a:srgbClr val="455A6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3378</TotalTime>
  <Words>552</Words>
  <Application>Microsoft Office PowerPoint</Application>
  <PresentationFormat>Presentación en pantalla (16:9)</PresentationFormat>
  <Paragraphs>122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system-ui</vt:lpstr>
      <vt:lpstr>Russo One</vt:lpstr>
      <vt:lpstr>Lato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Veamos un ejemplo de  este tema</vt:lpstr>
      <vt:lpstr>Presentación de PowerPoint</vt:lpstr>
      <vt:lpstr>Presentación de PowerPoint</vt:lpstr>
      <vt:lpstr>Ahora es momento  de aplicar lo aprendido en clase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Franco Ojeda</cp:lastModifiedBy>
  <cp:revision>20</cp:revision>
  <dcterms:modified xsi:type="dcterms:W3CDTF">2025-01-06T14:52:56Z</dcterms:modified>
</cp:coreProperties>
</file>