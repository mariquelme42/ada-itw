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62" r:id="rId2"/>
    <p:sldId id="288" r:id="rId3"/>
    <p:sldId id="353" r:id="rId4"/>
    <p:sldId id="354" r:id="rId5"/>
    <p:sldId id="355" r:id="rId6"/>
    <p:sldId id="356" r:id="rId7"/>
    <p:sldId id="357" r:id="rId8"/>
    <p:sldId id="361" r:id="rId9"/>
    <p:sldId id="364" r:id="rId10"/>
    <p:sldId id="365" r:id="rId11"/>
    <p:sldId id="366" r:id="rId12"/>
    <p:sldId id="367" r:id="rId13"/>
    <p:sldId id="368" r:id="rId14"/>
    <p:sldId id="362" r:id="rId15"/>
    <p:sldId id="359" r:id="rId16"/>
    <p:sldId id="287" r:id="rId17"/>
    <p:sldId id="370" r:id="rId18"/>
    <p:sldId id="371" r:id="rId19"/>
    <p:sldId id="372" r:id="rId20"/>
    <p:sldId id="373" r:id="rId21"/>
    <p:sldId id="374" r:id="rId22"/>
    <p:sldId id="369" r:id="rId23"/>
    <p:sldId id="316" r:id="rId24"/>
    <p:sldId id="348" r:id="rId25"/>
    <p:sldId id="349" r:id="rId26"/>
    <p:sldId id="360" r:id="rId27"/>
    <p:sldId id="363" r:id="rId28"/>
    <p:sldId id="267" r:id="rId29"/>
    <p:sldId id="350" r:id="rId30"/>
    <p:sldId id="351" r:id="rId31"/>
    <p:sldId id="352" r:id="rId32"/>
    <p:sldId id="347" r:id="rId33"/>
    <p:sldId id="268" r:id="rId34"/>
    <p:sldId id="397" r:id="rId35"/>
  </p:sldIdLst>
  <p:sldSz cx="9144000" cy="5143500" type="screen16x9"/>
  <p:notesSz cx="6858000" cy="9144000"/>
  <p:embeddedFontLs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Russo One" panose="020B0604020202020204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ernardita Bauque" initials="" lastIdx="4" clrIdx="0"/>
  <p:cmAuthor id="1" name="catalina llarin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18CB89-29BF-476F-BAC4-F03CFA606FF7}">
  <a:tblStyle styleId="{B718CB89-29BF-476F-BAC4-F03CFA606F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6070746e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d6070746e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587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99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392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279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7118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0804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70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471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298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11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5225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798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34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429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717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437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1556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9735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078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84775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755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030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3466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4654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4950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34378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607074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6070746e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02924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7079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013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8602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607074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6070746e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6070746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d6070746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8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51" name="Google Shape;51;p12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2" name="Google Shape;5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web/tools/chrome-devtools/device-mod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da7matm.github.io/pages/media-query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how-to-start-thinking-responsively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a-IT/ejercicios-frontend/blob/master/modulo-1/ejercicios/10-dise&#241;o-responsivo-I.m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Ada-IT/ejercicios-frontend/blob/master/modulo-1/ejercicios/11-dise&#241;o-responsivo-II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body" idx="4294967295"/>
          </p:nvPr>
        </p:nvSpPr>
        <p:spPr>
          <a:xfrm>
            <a:off x="484909" y="1320657"/>
            <a:ext cx="4759325" cy="2262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Clase 8 :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b="1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Diseño responsivo I</a:t>
            </a:r>
            <a:endParaRPr sz="4000" dirty="0"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234" y="1215032"/>
            <a:ext cx="3424075" cy="3403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22582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Diseño responsivo vs adaptativo</a:t>
            </a:r>
          </a:p>
        </p:txBody>
      </p:sp>
    </p:spTree>
    <p:extLst>
      <p:ext uri="{BB962C8B-B14F-4D97-AF65-F5344CB8AC3E}">
        <p14:creationId xmlns:p14="http://schemas.microsoft.com/office/powerpoint/2010/main" val="360907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480262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Diseño Responsivo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técnica que ajusta automáticamente el contenido de una página web a cualquier tamaño de pantalla mediante el uso de unidades flexibles, media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queries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otras herramientas de CSS.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fluido y se adapta de manera continua entre diferentes tamaños de pantalla.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Mejora la experiencia del usuario en cualquier dispositivo.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CA5AAD-9CEE-040A-4C63-2CABC444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98" y="1713778"/>
            <a:ext cx="3086531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3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480262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Diseño Adaptativo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predeterminados para ciertos tamaños de pantalla específicos.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diseño cambia en "saltos" al llegar a un tamaño de pantalla definido.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Menor complejidad en su implementación inicial.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Más control sobre cómo se ve el diseño en diferentes tamaños.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1D6408-6A18-17E6-C84E-3AD5116C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789" y="2156690"/>
            <a:ext cx="3042800" cy="129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9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22582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Mobile First vs Desktop First</a:t>
            </a:r>
            <a:endParaRPr lang="es-AR" sz="48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88036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351876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Mobile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First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filosofía de diseño en la que se empieza creando la experiencia para dispositivos móviles y luego se adapta a pantallas más grandes.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Priorizas la experiencia en dispositivos con limitaciones.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Mejor rendimiento en móviles.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8DE832-CEA4-C672-732A-A89C84023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378" y="2078181"/>
            <a:ext cx="4443225" cy="161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51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351876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Desktop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First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diseña primero para pantallas grandes y luego se ajusta para dispositivos más pequeños.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Más natural si el público principal usa escritorios.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Requiere menos esfuerzo si el diseño es complejo en pantallas grandes.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0928BC-4620-7989-3923-A6997CA4F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290" y="1877235"/>
            <a:ext cx="4530436" cy="18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6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22582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8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Unidades</a:t>
            </a:r>
            <a:r>
              <a:rPr lang="en-US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lang="en-US" sz="48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porcentuales</a:t>
            </a:r>
            <a:r>
              <a:rPr lang="en-US" sz="48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725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Unidades porcentuales (%)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porcentaje es una unidad relativa que depende del tamaño del contenedor padre.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Útil para crear diseños flexibles y adaptativos.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 adaptar elementos al espacio disponible en un contenedor.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Ideal para mantener proporciones en diseños.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F257AC-035A-9748-1584-24DA25E84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82" y="3412751"/>
            <a:ext cx="6918036" cy="106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60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Otras Unidades Relativas: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vh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y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vw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vh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Height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el 1% de la altura visible del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vw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-AR" sz="18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es-AR" sz="18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Representa el 1% del ancho visible del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dependen del tamaño del contenedor, sino del tamaño de la ventana del navegador.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Útiles para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deben ajustarse al tamaño completo de la pantalla.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8D4D02-7368-9EDD-E4E5-07F71354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108" y="3651169"/>
            <a:ext cx="5800436" cy="11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6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Cuándo usar % vs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vh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/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vw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Usar %: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Cuando el diseño depende de un contenedor específico.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 Ajustar elementos al tamaño del padre para mantener consistencia en un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4F9033-1D81-1B6C-8A42-256B43C78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18" y="2953713"/>
            <a:ext cx="6959600" cy="13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47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Cuándo usar % vs 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vh</a:t>
            </a:r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/</a:t>
            </a:r>
            <a:r>
              <a:rPr lang="es-A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vw</a:t>
            </a:r>
            <a:endParaRPr lang="es-AR" sz="32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Usar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vh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s-AR" sz="18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vw</a:t>
            </a: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Cuando se quiere que el tamaño del elemento sea relativo a la pantalla completa, sin importar el tamaño de su contenedor.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Ejemplo: Crear un fondo de pantalla de altura completa.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1F6A55-B1D4-990B-80BC-5626B1DE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836" y="2919360"/>
            <a:ext cx="2859467" cy="176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2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Usos Combinados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Puedes combinar %,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vh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y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vw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layouts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más dinámicos.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C586A6-754C-C235-4842-DBA7EF17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18" y="2515979"/>
            <a:ext cx="7610763" cy="14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8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995055" y="2245085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AR" sz="4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Cálculos con CSS</a:t>
            </a:r>
          </a:p>
        </p:txBody>
      </p:sp>
    </p:spTree>
    <p:extLst>
      <p:ext uri="{BB962C8B-B14F-4D97-AF65-F5344CB8AC3E}">
        <p14:creationId xmlns:p14="http://schemas.microsoft.com/office/powerpoint/2010/main" val="364075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609888" y="988876"/>
            <a:ext cx="827087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Cálculos con CSS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Permiten realizar operaciones matemáticas directamente en las propiedades de CSS utilizando la función </a:t>
            </a:r>
            <a:r>
              <a:rPr lang="es-AR" sz="1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calc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().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4B95FE-8742-DD56-67C2-8E382F8A5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344" y="2854520"/>
            <a:ext cx="6881091" cy="10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9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40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Unidades relativas: em y rem</a:t>
            </a:r>
            <a:endParaRPr lang="es-AR" sz="4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206977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827549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Unidades relativas: em y rem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Relativo al tamaño de la fuente de su contenedor inmediato.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rem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Relativo al tamaño de la fuente raíz (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html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em depende de herencia, mientras que rem es consistente en toda la página.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Permiten escalabilidad y consistencia en tipografía y espacios.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3F26F0-161C-3A24-33C1-6E03110EA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09" y="3348182"/>
            <a:ext cx="4109500" cy="144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90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BR" sz="4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Imágenes</a:t>
            </a:r>
            <a:r>
              <a:rPr lang="pt-BR" sz="44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 responsivas</a:t>
            </a:r>
            <a:endParaRPr lang="es-AR" sz="44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3112290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8275494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Imágenes</a:t>
            </a:r>
            <a:r>
              <a:rPr lang="pt-BR" sz="32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responsivas </a:t>
            </a:r>
          </a:p>
          <a:p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Uso: Ajustar las imágenes al espacio disponible sin perder calidad ni deformarse.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Técnicas: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s-AR" sz="18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Usar unidades relativas</a:t>
            </a:r>
            <a:r>
              <a:rPr lang="es-AR" sz="1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B3CB8E-C0AD-B252-3716-7AA307773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72" y="3382497"/>
            <a:ext cx="6626258" cy="14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0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827549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Imágenes</a:t>
            </a:r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responsivas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Técnicas: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Usar el atributo </a:t>
            </a:r>
            <a:r>
              <a:rPr lang="es-AR" sz="2000" b="1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srcset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Carga diferentes tamaños de imágenes según el tamaño de pantalla.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0825DA-5EFB-AB0C-06BE-DF486B79B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223" y="3090820"/>
            <a:ext cx="4617553" cy="145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68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8275494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Imágenes</a:t>
            </a:r>
            <a:r>
              <a:rPr lang="pt-B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 responsivas 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Técnicas: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Imágenes con </a:t>
            </a:r>
            <a:r>
              <a:rPr lang="es-AR" sz="2000" b="1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picture</a:t>
            </a: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Proporciona control total sobre qué imagen mostrar según el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7B9F23-A40C-3538-DEFA-C3A4CF6F6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99" y="3018082"/>
            <a:ext cx="6987309" cy="154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28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50290" y="1963376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 err="1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Flexbox</a:t>
            </a:r>
            <a:endParaRPr lang="es-AR" sz="6000" dirty="0">
              <a:solidFill>
                <a:schemeClr val="tx1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</p:spTree>
    <p:extLst>
      <p:ext uri="{BB962C8B-B14F-4D97-AF65-F5344CB8AC3E}">
        <p14:creationId xmlns:p14="http://schemas.microsoft.com/office/powerpoint/2010/main" val="1137304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45532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Media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Query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podemos establecer atributos visuales dependiendo del tipo de dispositivo que esta viendo el documento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Varios de las librerías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framworks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vista que mencionamos (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boostrap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foundation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 ya vienen preparado para soportar este tipo de detección y adaptarse de la mejor forma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@media para establecer que vamos a detectar un tipo de dispositivo. También podemos agregar condicionales para detectar distintos tipos de dispositivos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D0E558-D978-F413-A018-6C4E0EC48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23" y="1999673"/>
            <a:ext cx="3389188" cy="170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76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8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28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28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pueden agregar más condicionales utilizando la palabra reservada and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Otra de las opciones es detectar la posición del dispositivo para saber si esta en formato vertical u horizontal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Utilizamos la propiedad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orientation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y los valores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landscape</a:t>
            </a:r>
            <a:r>
              <a:rPr lang="es-AR" sz="16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s-AR" sz="16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portrait</a:t>
            </a:r>
            <a:endParaRPr lang="es-AR" sz="16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CB5240-4428-961E-9E07-2878F6A5E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867" y="1848636"/>
            <a:ext cx="3186265" cy="9076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C4C11C9-E5DC-6D35-4A29-FC067E7FF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482" y="3745403"/>
            <a:ext cx="4457034" cy="117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43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trabajar con celulares u otros dispositivos es posible que tengamos que agregar el siguiente encabezado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Pueden leer más sobre este tema en el siguiente sitio (en inglés)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Con las </a:t>
            </a:r>
            <a:r>
              <a:rPr lang="es-AR" sz="2000" b="0" i="0" dirty="0" err="1">
                <a:effectLst/>
                <a:latin typeface="system-ui"/>
                <a:hlinkClick r:id="rId3"/>
              </a:rPr>
              <a:t>developers</a:t>
            </a:r>
            <a:r>
              <a:rPr lang="es-AR" sz="2000" b="0" i="0" dirty="0">
                <a:effectLst/>
                <a:latin typeface="system-ui"/>
                <a:hlinkClick r:id="rId3"/>
              </a:rPr>
              <a:t> </a:t>
            </a:r>
            <a:r>
              <a:rPr lang="es-AR" sz="2000" b="0" i="0" dirty="0" err="1">
                <a:effectLst/>
                <a:latin typeface="system-ui"/>
                <a:hlinkClick r:id="rId3"/>
              </a:rPr>
              <a:t>tools</a:t>
            </a:r>
            <a:r>
              <a:rPr lang="es-AR" sz="2000" b="0" i="0" dirty="0">
                <a:effectLst/>
                <a:latin typeface="system-ui"/>
              </a:rPr>
              <a:t> 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probar diferentes dispositivos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DD955D-D4F6-31A7-A0ED-D84CA9A44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32" y="2853016"/>
            <a:ext cx="7838335" cy="10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97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40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40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Breakpoints</a:t>
            </a: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Son los puntos en los que el diseño cambia para ajustarse a diferentes tamaños de pantalla.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 de </a:t>
            </a:r>
            <a:r>
              <a:rPr lang="es-AR" sz="24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breakpoints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comunes: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Móviles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0px – 768px.Tablets: 769px – 1024px.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Escritorios</a:t>
            </a:r>
            <a:r>
              <a:rPr lang="es-AR" sz="24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1025px en adelante.</a:t>
            </a:r>
          </a:p>
        </p:txBody>
      </p:sp>
    </p:spTree>
    <p:extLst>
      <p:ext uri="{BB962C8B-B14F-4D97-AF65-F5344CB8AC3E}">
        <p14:creationId xmlns:p14="http://schemas.microsoft.com/office/powerpoint/2010/main" val="2124942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6" y="688695"/>
            <a:ext cx="858491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36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36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36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Meta </a:t>
            </a:r>
            <a:r>
              <a:rPr lang="es-AR" sz="2000" b="1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Viewport</a:t>
            </a: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0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</a:t>
            </a:r>
            <a:r>
              <a:rPr lang="es-AR" sz="20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metaetiqueta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que configura cómo el navegador debería renderizar el contenido en dispositivos móviles.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0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s-AR" sz="2000" b="1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Parámetros comunes: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width</a:t>
            </a: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=</a:t>
            </a:r>
            <a:r>
              <a:rPr lang="es-AR" sz="20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device-width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Ajusta el ancho del contenido al ancho del dispositivo.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000" dirty="0" err="1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initial-scale</a:t>
            </a:r>
            <a:r>
              <a:rPr lang="es-AR" sz="2000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=1.0</a:t>
            </a:r>
            <a:r>
              <a:rPr lang="es-AR" sz="20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Establece el nivel de zoom inicial.</a:t>
            </a:r>
          </a:p>
        </p:txBody>
      </p:sp>
    </p:spTree>
    <p:extLst>
      <p:ext uri="{BB962C8B-B14F-4D97-AF65-F5344CB8AC3E}">
        <p14:creationId xmlns:p14="http://schemas.microsoft.com/office/powerpoint/2010/main" val="1118709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C3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 idx="4294967295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 dirty="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 dirty="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662545" y="1644722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Teoría con ejemplos</a:t>
            </a:r>
          </a:p>
        </p:txBody>
      </p:sp>
    </p:spTree>
    <p:extLst>
      <p:ext uri="{BB962C8B-B14F-4D97-AF65-F5344CB8AC3E}">
        <p14:creationId xmlns:p14="http://schemas.microsoft.com/office/powerpoint/2010/main" val="1011409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688695"/>
            <a:ext cx="827520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4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4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Ahora veamos mucho mejor toda esta teoría con ejemplos e </a:t>
            </a:r>
            <a:r>
              <a:rPr lang="es-AR" sz="2800" dirty="0" err="1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imagenes</a:t>
            </a:r>
            <a:endParaRPr lang="es-AR" sz="2800" dirty="0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FB6E44-ED63-D8E9-758F-F37AEED03B43}"/>
              </a:ext>
            </a:extLst>
          </p:cNvPr>
          <p:cNvSpPr/>
          <p:nvPr/>
        </p:nvSpPr>
        <p:spPr>
          <a:xfrm>
            <a:off x="1496291" y="3140364"/>
            <a:ext cx="5874327" cy="1219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3"/>
              </a:rPr>
              <a:t>https://ada7matm.github.io/pages/media-query.html</a:t>
            </a:r>
            <a:r>
              <a:rPr lang="es-A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2348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434397" y="940534"/>
            <a:ext cx="82752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4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Media </a:t>
            </a:r>
            <a:r>
              <a:rPr lang="es-AR" sz="4400" dirty="0" err="1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Queries</a:t>
            </a:r>
            <a:endParaRPr lang="es-AR" sz="4400" dirty="0">
              <a:solidFill>
                <a:srgbClr val="BE3969"/>
              </a:solidFill>
              <a:highlight>
                <a:srgbClr val="FFFFFF"/>
              </a:highlight>
              <a:latin typeface="Russo One"/>
              <a:ea typeface="Lato"/>
              <a:cs typeface="Lato"/>
              <a:sym typeface="Russo One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8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Ejemplo para pensar responsivamente: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FB6E44-ED63-D8E9-758F-F37AEED03B43}"/>
              </a:ext>
            </a:extLst>
          </p:cNvPr>
          <p:cNvSpPr/>
          <p:nvPr/>
        </p:nvSpPr>
        <p:spPr>
          <a:xfrm>
            <a:off x="1237674" y="3117273"/>
            <a:ext cx="6363854" cy="1219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hlinkClick r:id="rId3"/>
              </a:rPr>
              <a:t>https://www.freecodecamp.org/news/how-to-start-thinking-responsively/</a:t>
            </a:r>
            <a:r>
              <a:rPr lang="es-A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2270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37777EF-90F3-E966-8050-96D4E3F5B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1" name="Google Shape;71;p15"/>
          <p:cNvSpPr txBox="1">
            <a:spLocks/>
          </p:cNvSpPr>
          <p:nvPr/>
        </p:nvSpPr>
        <p:spPr>
          <a:xfrm>
            <a:off x="1713345" y="1667163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AR" sz="6000" dirty="0">
                <a:solidFill>
                  <a:schemeClr val="tx1"/>
                </a:solidFill>
                <a:latin typeface="Russo One"/>
                <a:ea typeface="Russo One"/>
                <a:cs typeface="Russo One"/>
                <a:sym typeface="Russo One"/>
              </a:rPr>
              <a:t>El formato SVG</a:t>
            </a:r>
          </a:p>
        </p:txBody>
      </p:sp>
    </p:spTree>
    <p:extLst>
      <p:ext uri="{BB962C8B-B14F-4D97-AF65-F5344CB8AC3E}">
        <p14:creationId xmlns:p14="http://schemas.microsoft.com/office/powerpoint/2010/main" val="815702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396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 idx="4294967295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 dirty="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400" dirty="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" sz="4400" dirty="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 dirty="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9B8C329-BED5-C09C-F09B-E2F2A7739CCE}"/>
              </a:ext>
            </a:extLst>
          </p:cNvPr>
          <p:cNvSpPr txBox="1"/>
          <p:nvPr/>
        </p:nvSpPr>
        <p:spPr>
          <a:xfrm>
            <a:off x="528853" y="984991"/>
            <a:ext cx="819713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4000" dirty="0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Lato"/>
                <a:cs typeface="Lato"/>
                <a:sym typeface="Russo One"/>
              </a:rPr>
              <a:t>Ejercitación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/>
              </a:rPr>
              <a:t>https://github.com/Ada-IT/ejercicios-frontend/blob/master/modulo-1/ejercicios/10-diseño-responsivo-I.md</a:t>
            </a: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AR" sz="2400" b="1" dirty="0">
              <a:solidFill>
                <a:schemeClr val="tx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4572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4"/>
              </a:rPr>
              <a:t>https://github.com/Ada-IT/ejercicios-frontend/blob/master/modulo-1/ejercicios/11-diseño-responsivo-II.md</a:t>
            </a:r>
            <a:r>
              <a:rPr lang="es-AR" sz="2400" b="1" dirty="0">
                <a:solidFill>
                  <a:schemeClr val="tx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393607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2099</TotalTime>
  <Words>910</Words>
  <Application>Microsoft Office PowerPoint</Application>
  <PresentationFormat>Presentación en pantalla (16:9)</PresentationFormat>
  <Paragraphs>157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9" baseType="lpstr">
      <vt:lpstr>system-ui</vt:lpstr>
      <vt:lpstr>Russo One</vt:lpstr>
      <vt:lpstr>Lato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Veamos un ejemplo de  este tema</vt:lpstr>
      <vt:lpstr>Presentación de PowerPoint</vt:lpstr>
      <vt:lpstr>Presentación de PowerPoint</vt:lpstr>
      <vt:lpstr>Presentación de PowerPoint</vt:lpstr>
      <vt:lpstr>Presentación de PowerPoint</vt:lpstr>
      <vt:lpstr>Ahora es momento  de aplicar lo aprendido en clase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Ojeda</cp:lastModifiedBy>
  <cp:revision>13</cp:revision>
  <dcterms:modified xsi:type="dcterms:W3CDTF">2025-01-02T20:24:07Z</dcterms:modified>
</cp:coreProperties>
</file>